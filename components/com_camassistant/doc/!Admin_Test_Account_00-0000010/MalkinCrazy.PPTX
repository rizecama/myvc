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1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FABCB-F243-4885-B53E-5234C167CCEE}" type="datetimeFigureOut">
              <a:rPr lang="en-US" smtClean="0"/>
              <a:t>1/24/2012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46A9E-D675-43C4-975F-8584D6084F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52800" y="1524000"/>
            <a:ext cx="12192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Delay in treatment 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3352800" y="457200"/>
            <a:ext cx="12192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Patient have to wait a long time for procedures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4724400" y="2971800"/>
            <a:ext cx="12192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Limited equipment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3352800" y="2971800"/>
            <a:ext cx="1219200" cy="685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 lot of time to collect information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5638800" y="4267200"/>
            <a:ext cx="12192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Unpaid bills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5181600" y="457200"/>
            <a:ext cx="12192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Process is too long</a:t>
            </a:r>
            <a:endParaRPr lang="en-US" sz="1000" dirty="0"/>
          </a:p>
        </p:txBody>
      </p:sp>
      <p:cxnSp>
        <p:nvCxnSpPr>
          <p:cNvPr id="13" name="Straight Arrow Connector 12"/>
          <p:cNvCxnSpPr>
            <a:stCxn id="7" idx="0"/>
            <a:endCxn id="4" idx="2"/>
          </p:cNvCxnSpPr>
          <p:nvPr/>
        </p:nvCxnSpPr>
        <p:spPr>
          <a:xfrm rot="5400000" flipH="1" flipV="1">
            <a:off x="3581400" y="25908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752600" y="2971800"/>
            <a:ext cx="12192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Limited staff</a:t>
            </a:r>
            <a:endParaRPr lang="en-US" sz="1000" dirty="0"/>
          </a:p>
        </p:txBody>
      </p:sp>
      <p:cxnSp>
        <p:nvCxnSpPr>
          <p:cNvPr id="27" name="Straight Arrow Connector 26"/>
          <p:cNvCxnSpPr>
            <a:stCxn id="6" idx="0"/>
            <a:endCxn id="4" idx="2"/>
          </p:cNvCxnSpPr>
          <p:nvPr/>
        </p:nvCxnSpPr>
        <p:spPr>
          <a:xfrm rot="16200000" flipV="1">
            <a:off x="4267200" y="1905000"/>
            <a:ext cx="7620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3"/>
            <a:endCxn id="7" idx="1"/>
          </p:cNvCxnSpPr>
          <p:nvPr/>
        </p:nvCxnSpPr>
        <p:spPr>
          <a:xfrm>
            <a:off x="2971800" y="33147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4" idx="0"/>
            <a:endCxn id="5" idx="2"/>
          </p:cNvCxnSpPr>
          <p:nvPr/>
        </p:nvCxnSpPr>
        <p:spPr>
          <a:xfrm rot="5400000" flipH="1" flipV="1">
            <a:off x="3733800" y="1295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5" idx="3"/>
            <a:endCxn id="9" idx="1"/>
          </p:cNvCxnSpPr>
          <p:nvPr/>
        </p:nvCxnSpPr>
        <p:spPr>
          <a:xfrm>
            <a:off x="4572000" y="7620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667000" y="4267200"/>
            <a:ext cx="11430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Lack of medical information about patient</a:t>
            </a:r>
            <a:endParaRPr lang="en-US" sz="1000" dirty="0"/>
          </a:p>
        </p:txBody>
      </p:sp>
      <p:sp>
        <p:nvSpPr>
          <p:cNvPr id="44" name="Rectangle 43"/>
          <p:cNvSpPr/>
          <p:nvPr/>
        </p:nvSpPr>
        <p:spPr>
          <a:xfrm>
            <a:off x="4114800" y="4267200"/>
            <a:ext cx="1143000" cy="68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Lack of financial info about patient</a:t>
            </a:r>
            <a:endParaRPr lang="en-US" sz="1000" dirty="0"/>
          </a:p>
        </p:txBody>
      </p:sp>
      <p:cxnSp>
        <p:nvCxnSpPr>
          <p:cNvPr id="50" name="Straight Arrow Connector 49"/>
          <p:cNvCxnSpPr>
            <a:stCxn id="43" idx="0"/>
            <a:endCxn id="7" idx="2"/>
          </p:cNvCxnSpPr>
          <p:nvPr/>
        </p:nvCxnSpPr>
        <p:spPr>
          <a:xfrm rot="5400000" flipH="1" flipV="1">
            <a:off x="3295650" y="3600450"/>
            <a:ext cx="609600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114800" y="5791200"/>
            <a:ext cx="11430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DATA  bases  cannot be accessed without permission</a:t>
            </a:r>
            <a:endParaRPr lang="en-US" sz="1000" dirty="0"/>
          </a:p>
        </p:txBody>
      </p:sp>
      <p:cxnSp>
        <p:nvCxnSpPr>
          <p:cNvPr id="59" name="Straight Arrow Connector 58"/>
          <p:cNvCxnSpPr>
            <a:stCxn id="44" idx="0"/>
            <a:endCxn id="7" idx="2"/>
          </p:cNvCxnSpPr>
          <p:nvPr/>
        </p:nvCxnSpPr>
        <p:spPr>
          <a:xfrm rot="16200000" flipV="1">
            <a:off x="4019550" y="3600450"/>
            <a:ext cx="609600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667000" y="5791200"/>
            <a:ext cx="11430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DATA isn’t exists</a:t>
            </a:r>
            <a:endParaRPr lang="en-US" sz="1000" dirty="0"/>
          </a:p>
        </p:txBody>
      </p:sp>
      <p:cxnSp>
        <p:nvCxnSpPr>
          <p:cNvPr id="95" name="Straight Arrow Connector 94"/>
          <p:cNvCxnSpPr>
            <a:stCxn id="93" idx="0"/>
            <a:endCxn id="44" idx="2"/>
          </p:cNvCxnSpPr>
          <p:nvPr/>
        </p:nvCxnSpPr>
        <p:spPr>
          <a:xfrm rot="5400000" flipH="1" flipV="1">
            <a:off x="3543300" y="4648200"/>
            <a:ext cx="8382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3" idx="0"/>
            <a:endCxn id="43" idx="2"/>
          </p:cNvCxnSpPr>
          <p:nvPr/>
        </p:nvCxnSpPr>
        <p:spPr>
          <a:xfrm rot="5400000" flipH="1" flipV="1">
            <a:off x="2819400" y="53721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51" idx="0"/>
            <a:endCxn id="44" idx="2"/>
          </p:cNvCxnSpPr>
          <p:nvPr/>
        </p:nvCxnSpPr>
        <p:spPr>
          <a:xfrm rot="5400000" flipH="1" flipV="1">
            <a:off x="4267200" y="53721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51" idx="0"/>
            <a:endCxn id="43" idx="2"/>
          </p:cNvCxnSpPr>
          <p:nvPr/>
        </p:nvCxnSpPr>
        <p:spPr>
          <a:xfrm rot="16200000" flipV="1">
            <a:off x="3543300" y="4648200"/>
            <a:ext cx="8382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7315200" y="838200"/>
            <a:ext cx="12192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The profit is too low</a:t>
            </a:r>
            <a:endParaRPr lang="en-US" sz="1000" dirty="0"/>
          </a:p>
        </p:txBody>
      </p:sp>
      <p:cxnSp>
        <p:nvCxnSpPr>
          <p:cNvPr id="127" name="Straight Arrow Connector 126"/>
          <p:cNvCxnSpPr>
            <a:stCxn id="44" idx="3"/>
            <a:endCxn id="8" idx="1"/>
          </p:cNvCxnSpPr>
          <p:nvPr/>
        </p:nvCxnSpPr>
        <p:spPr>
          <a:xfrm>
            <a:off x="5257800" y="46101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9" idx="3"/>
            <a:endCxn id="125" idx="1"/>
          </p:cNvCxnSpPr>
          <p:nvPr/>
        </p:nvCxnSpPr>
        <p:spPr>
          <a:xfrm>
            <a:off x="6400800" y="762000"/>
            <a:ext cx="9144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8" idx="0"/>
            <a:endCxn id="125" idx="1"/>
          </p:cNvCxnSpPr>
          <p:nvPr/>
        </p:nvCxnSpPr>
        <p:spPr>
          <a:xfrm rot="5400000" flipH="1" flipV="1">
            <a:off x="5219700" y="2171700"/>
            <a:ext cx="31242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4" idx="0"/>
            <a:endCxn id="4" idx="2"/>
          </p:cNvCxnSpPr>
          <p:nvPr/>
        </p:nvCxnSpPr>
        <p:spPr>
          <a:xfrm rot="5400000" flipH="1" flipV="1">
            <a:off x="2781300" y="1790700"/>
            <a:ext cx="76200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/>
          <p:cNvCxnSpPr>
            <a:stCxn id="125" idx="2"/>
            <a:endCxn id="14" idx="2"/>
          </p:cNvCxnSpPr>
          <p:nvPr/>
        </p:nvCxnSpPr>
        <p:spPr>
          <a:xfrm rot="5400000">
            <a:off x="4038600" y="-228600"/>
            <a:ext cx="2209800" cy="5562600"/>
          </a:xfrm>
          <a:prstGeom prst="bentConnector3">
            <a:avLst>
              <a:gd name="adj1" fmla="val 11034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 rot="1638026">
            <a:off x="2952080" y="2417940"/>
            <a:ext cx="12954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hape 182"/>
          <p:cNvCxnSpPr>
            <a:stCxn id="125" idx="2"/>
            <a:endCxn id="6" idx="3"/>
          </p:cNvCxnSpPr>
          <p:nvPr/>
        </p:nvCxnSpPr>
        <p:spPr>
          <a:xfrm rot="5400000">
            <a:off x="6000750" y="1390650"/>
            <a:ext cx="1866900" cy="19812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56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Private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Gregory Frenklach</dc:creator>
  <cp:lastModifiedBy>Gregory Frenklach</cp:lastModifiedBy>
  <cp:revision>7</cp:revision>
  <dcterms:created xsi:type="dcterms:W3CDTF">2012-01-24T16:15:47Z</dcterms:created>
  <dcterms:modified xsi:type="dcterms:W3CDTF">2012-01-24T17:25:30Z</dcterms:modified>
</cp:coreProperties>
</file>